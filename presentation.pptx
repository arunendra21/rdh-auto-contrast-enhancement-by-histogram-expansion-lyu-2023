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Brightening the Picture, Losing Nothing:</a:t>
            </a:r>
            <a:br/>
            <a:r>
              <a:t>Reversible Contrast Enhancement by Histogram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Lyu, Yue &amp; Yin (JVCIR, 2023)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Low-contrast images (medical, surveillance) are hard to read.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Classic contrast enhancement is irreversible and destroys the original.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We want enhancement AND a hidden payload AND exact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Enhance global contrast reversibly.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a large payload during enhancement.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Keep brightness stable and recover the exact original.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2006 histogram shifting: fidelity, tiny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Wu-Huang 2015 CE-RDH: enhances contrast by splitting the two peaks.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automatic histogram expansion with brightness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Iteratively expand the two tallest histogram bins outward.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Each expansion embeds one bit per peak pixel and widens the tonal range.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Average brightness guides how far to expand (automatic stopping).</a:t>
            </a:r>
          </a:p>
        </p:txBody>
      </p:sp>
      <p:pic>
        <p:nvPicPr>
          <p:cNvPr id="5" name="Picture 4" descr="fi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430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Pre-shift boundary pixels (location map).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Repeat: pick two peaks -&gt; expand -&gt; embed bits.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Stop when brightness/quality criterion is met.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Receiver reverses every iteration -&gt;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Peaks a&lt;b (two tallest bins).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Shift: v&lt;a -&gt; v-1 ; v&gt;b -&gt; v+1 (spread).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Embed: a-pixel bit1-&gt;a-1 ; b-pixel bit1-&gt;b+1.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Contrast rises with iterations; PSNR falls monotonically.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USC-SIPI grayscale images, iterations 2..10.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payload (bpp), PSNR, RMS contrast, entropy.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Bit-exact reversibility check every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Contrast (RMS, entropy) rises with iterations.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Payload grows with enhancement strength.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All runs bit-exact reversible.</a:t>
            </a:r>
          </a:p>
        </p:txBody>
      </p:sp>
      <p:pic>
        <p:nvPicPr>
          <p:cNvPr id="5" name="Picture 4" descr="fig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32561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Enhancement and embedding in one pass.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Automatic, brightness-aware stopping.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Fully reversible, no external side channel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Full-tonal-range images enhance less (boundary limit).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Strong enhancement lowers PSNR.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Contrast metric is global, not local.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Local/ROI contrast enhancement.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Perceptual quality-guided stopping.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Extend to color and medical modalities.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automatic CE-RDH via histogram expansion.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Confirmed the contrast-vs-fidelity trade-off and reversibility.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Consistent with the paper's qualitative claims.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Lyu, Yue, Yin. Automatic CE via Histogram Expansion. JVCIR 92, 2023.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Wu, Dugelay, Shi. CE-RDH. IEEE SPL 22(1), 2015.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et al. Reversible Data Hiding. IEEE TCSVT 16(3), 2006.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